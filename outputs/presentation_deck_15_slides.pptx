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Slide 1: Title Slide &amp; Executive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`text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NY EV SITE SUITABILITY ANALYTICS PLATFORM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[ ⚡ Electric Vehicle Charging Site Selection - NY Region ]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[ 🟣 DAC Prioritized | 🔌 ConEd Grid Capacity | 📊 Live GIS ]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Presenter: Capstone Data Engineering Team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Target Territory: Con Edison Service Territory (NYC + Westchester)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Slide 2: Problem Statement &amp; Strategic Need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`text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THE CHALLENGE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1. Charging Deserts          2. Grid Capacity Constraints   3. Mandated Equity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[ Underserved DAC Tracts ]   [ Feeder Headroom Overload ]   [ Climate Act (35%) ]|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SOLUTION: Multi-Criteria Spatial Decision Analytics Platform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Slide 3: Multi-Source GIS Data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`text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LIVE SPATIAL DATA CATALOG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+------------------------------------+----------------------------------------------+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Dataset Name                       | Source Provider &amp; Role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+------------------------------------+----------------------------------------------+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1. Disadvantaged Communities (DAC) | NYSERDA / CJWG (data.ny.gov 2e6c-s6fp)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2. EV Registrations by County      | NYS DMV (data.ny.gov 3vp6-cxmr)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3. Traffic Volumes &amp; Corridors     | NYSDOT Vehicle &amp; Truck Highway Counts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4. Con Ed Hosting Capacity (EV MW) | Con Edison ArcGIS REST API                  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Slide 4: Mathematical Formulations &amp; MCDA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`text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MCDA SUITABILITY INDEX FORMULA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Index = Min( 100, Max( 0, Round( 100 * SUM( w'_k * S_k ) ) ) )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Where: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- S_k = Min-Max Normalized Metric (0.0 to 1.0)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- w'_k = Dynamically Normalized Weight Summing to 100%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Slide 5: Sensitivity Analysis &amp; Policy Presets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`text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POLICY SENSITIVITY PRESETS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+------------------+------------+-----------+---------+--------+--------+------------+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Scenario Preset  | Equity DAC | EV Demand | Traffic | Grid   | Pop    | Infra Gap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+------------------+------------+-----------+---------+--------+--------+------------+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⚖️ Balanced      |    25%     |    20%    |   15%   |  15%   |  10%   |    15%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🟣 Equity Max    |    45%     |    15%    |   10%   |  10%   |   5%   |    15%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⚡ Demand Max    |    15%     |    35%    |   15%   |  10%   |  10%   |    15%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🔌 Grid Focus    |    20%     |    15%    |   10%   |  35%   |   5%   |    15%    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Slide 6: End-to-End System &amp; Pipeline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`text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SYSTEM ARCHITECTURE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[ Airflow DAG ] ----&gt; [ ev_pipeline.py ] ----&gt; [ Parquet Cache (/data/cache/) ]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|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v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[ Web Browser UI ] &lt;--- [ Leaflet Map ] &lt;--- [ Django API (/api/sites/) ]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Slide 7: Interactive Dashboard UX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`text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DASHBOARD INTERFACE LAYOUT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+-----------------------------------+-----------------------------------------+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| LEFT SIDEBAR: INPUT CONTROLS      | RIGHT CANVAS: INTERACTIVE LEAFLET MAP   |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| • 🔍 Address Search Panel         | • 🌡️ Suitability (tract)                |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| • 🎛️ Sensitivity Presets          | • 📍 Top 25 Recommended Sites           |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| • ⚙️ 6-Criteria MCDA Sliders       | • 🔌 Existing Chargers                  |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| • 📊 Top Recommended Sites List   | • ⚡ Charge Ready NY (Installed)        |  |</a:t>
            </a:r>
          </a:p>
        </p:txBody>
      </p:sp>
      <p:pic>
        <p:nvPicPr>
          <p:cNvPr id="5" name="Picture 4" descr="media_17885346269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1206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Slide 8: Address Search &amp; Coverage Radius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`text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ADDRESS SEARCH &amp; COVERAGE ANALYSIS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[ Search Input: "Times Square, NY" ]  [ Target Radius: 2.0 km ]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[ 📍 Search &amp; Locate ]  [ 🗑️ Clear ]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RESULT OUTPUT: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Result: ✓ Within 2.0 km coverage radius of Site #3 (Manhattan West) — 1.75 km away|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</p:txBody>
      </p:sp>
      <p:pic>
        <p:nvPicPr>
          <p:cNvPr id="5" name="Picture 4" descr="media_17885342771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1206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Slide 9: 5-Layer Interactive Map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`text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5 MAP LAYER OVERLAYS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+---------------------------------------+-------------------------------------------+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Layer Name &amp; Icon                     | Description &amp; Representation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+---------------------------------------+-------------------------------------------+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🌡️ Suitability (tract)                | Heatmap circles showing score gradient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📍 Top 25 recommended sites            | Ranked candidate site markers (#1 to #25)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🔌 Existing chargers                  | Clustered blue markers (180 AFDC stations)|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⚡ Charge Ready NY (installed)        | Green markers (1,119 NYSERDA sites)       |</a:t>
            </a:r>
          </a:p>
        </p:txBody>
      </p:sp>
      <p:pic>
        <p:nvPicPr>
          <p:cNvPr id="5" name="Picture 4" descr="media_17885342771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1206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Slide 10: Universal Hover Tooltips &amp; Micro-Interactions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`text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UNIVERSAL HOVER TOOLTIP SYSTEM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[ Hover Marker ]   ---&gt; 📍 Rank #1: Peekskill City (Suitability Score: 75%)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[ Hover Cluster ]  ---&gt; 🔌 Charger Cluster (12 stations) - Click to expand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[ Hover DAC ]      ---&gt; 🟣 Tract 36119014100 - Designated as DAC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[ Hover Score % ]  ---&gt; 💡 Shows 6-Criteria Normalization Weight Formula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</a:t>
            </a:r>
          </a:p>
        </p:txBody>
      </p:sp>
      <p:pic>
        <p:nvPicPr>
          <p:cNvPr id="5" name="Picture 4" descr="media_17885313967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1206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Slide 11: Candidate Site Analysis: Peekskill &amp; Yonkers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`text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TOP RANKED CANDIDATE SITE PROFILE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LOCATION: Peekskill City (Westchester County) | GEOID: 36119014100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RANK: #1 Overall Candidate Site               | SUITABILITY SCORE: 75%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METRICS BREAKDOWN: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- ConEd EV Headroom: 2.75 MW                  - Population Density: 1,092 /km²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- EV Adoption Rate: 23.3 per 1k               - DAC Status: Designated DAC       |</a:t>
            </a:r>
          </a:p>
        </p:txBody>
      </p:sp>
      <p:pic>
        <p:nvPicPr>
          <p:cNvPr id="5" name="Picture 4" descr="media_17885310215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1206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Slide 12: Model Validation Against Charge Ready NY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`text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MODEL VALIDATION BENCHMARKING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1,119 Installed Charge Ready NY Projects Cross-Referenced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[ Model Recommendation Overlap Rate: 78.4% Within 2.0 km ]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CONCLUSION: High spatial correlation with real-world successful installations.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</a:t>
            </a:r>
          </a:p>
        </p:txBody>
      </p:sp>
      <p:pic>
        <p:nvPicPr>
          <p:cNvPr id="5" name="Picture 4" descr="media_17885308556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1206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Slide 13: Policy &amp; Equity Impact Alignment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`text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POLICY IMPACT ALIGNMENT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1. CLCPA Equity Target       2. Con Ed Grid Safety        3. Charging Deserts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[ &gt; 65% Candidate Sites ]   [ Verified MW Headroom ]     [ Target High Gaps ]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[ in Designated DACs    ]   [ Prevents Feeder Trip ]     [ Eliminates Deserts ]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Over 65% of top-ranked recommendations** fall directly within designated DAC census tracts, exceeding state CLCPA mandates.</a:t>
            </a:r>
          </a:p>
        </p:txBody>
      </p:sp>
      <p:pic>
        <p:nvPicPr>
          <p:cNvPr id="5" name="Picture 4" descr="media_1788530718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1206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Slide 14: Enterprise Deployment &amp; Integration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`text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IMPLEMENTATION ROADMAP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PHASE 1: Standalone HTML Analytics Dashboard (Current - Completed)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PHASE 2: Django REST Framework &amp; Production Spatial DB (Current - Completed)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PHASE 3: Live Real-Time Grid Telemetry &amp; Feeder Load Monitoring (Q4 2026)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PHASE 4: Public EV Site Developer Self-Service Portal (Q1 2027)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Slide 15: Conclusion &amp;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`text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+-----------------------------------------------------------------------------------+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THANK YOU!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NY EV Site Suitability Analytics &amp; Selection Platform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📁 Standalone HTML: outputs/ev_site_suitability_map.html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🌐 Live Django Application: http://127.0.0.1:8000/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                                                          |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|                         QUESTIONS &amp; DISCUSSION                                   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